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roxima Nov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italic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roximaNova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04b1573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04b1573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04b1573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04b1573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04b1573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04b1573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004b1573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004b1573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04b1573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004b1573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04b1573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004b1573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04b1573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04b1573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04b1573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04b1573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61fa19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61fa19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61fa193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61fa193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061fa193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061fa19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061fa193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061fa193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61fa193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061fa193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061fa19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061fa19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061fa19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061fa19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61fa193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061fa193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61fa193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061fa193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061fa193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061fa193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61fa193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61fa193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61fa193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61fa193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061fa193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061fa193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061fa193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061fa193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061fa193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061fa193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061fa193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061fa193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061fa193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061fa193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061fa193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061fa193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061fa193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061fa193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061fa193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061fa193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06075" y="1266875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MySQL Queries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37600" y="32014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TAItter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98792" y="4472380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Maaria, Mariia, Markus, Riku, Yuliia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12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1) Find how many users a specific user is following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65725" y="1701775"/>
            <a:ext cx="87957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followings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517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0775" y="1128900"/>
            <a:ext cx="550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kayttajan_tunnus = 517;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25650" y="43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2) Find how many followers a specific user has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25150" y="1912075"/>
            <a:ext cx="86937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followers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517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76050" y="1128900"/>
            <a:ext cx="550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kayttajan_tunnus = 517;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44775" y="40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3) </a:t>
            </a:r>
            <a:r>
              <a:rPr lang="el"/>
              <a:t>For each user, find how many users are following them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244775" y="1601100"/>
            <a:ext cx="85206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followings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44775" y="40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4) For each user, find how many followers they have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203950" y="1630950"/>
            <a:ext cx="86904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followers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55600" y="0"/>
            <a:ext cx="85206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5) </a:t>
            </a:r>
            <a:r>
              <a:rPr lang="el"/>
              <a:t>Find how many instances of mutual followings exist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where UserA follows UserB and UserB follows UserA).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187425" y="3103925"/>
            <a:ext cx="8408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Warning⚠️: We actually need the statement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endParaRPr>
              <a:solidFill>
                <a:srgbClr val="AE81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because the query will return pairs of [kayttaja_id, seurattava_id] and [seurattava_id, kayttaja_id]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255600" y="1393700"/>
            <a:ext cx="8520600" cy="1569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mutual_follows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seurattavatA,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seurattavatB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8595825" y="149775"/>
            <a:ext cx="4323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8595825" y="149775"/>
            <a:ext cx="4323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584950" y="814200"/>
            <a:ext cx="731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To make it more easily understandable we will display all </a:t>
            </a: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the fields also from the same query changing only the select line of code.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811100" y="1755925"/>
            <a:ext cx="6427800" cy="12237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seurattavatA.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sz="105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seurattavatA, seurattavat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seurattavatB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38" y="3661175"/>
            <a:ext cx="4850875" cy="11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811100" y="3123500"/>
            <a:ext cx="550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is: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226900" y="76475"/>
            <a:ext cx="81513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1320"/>
              <a:t>5) Find how many instances of mutual followings exist (where UserA follows UserB and UserB follows UserA). Continuation</a:t>
            </a:r>
            <a:endParaRPr sz="13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/>
        </p:nvSpPr>
        <p:spPr>
          <a:xfrm>
            <a:off x="8595825" y="149775"/>
            <a:ext cx="4323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538181" y="465275"/>
            <a:ext cx="46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Without the last check: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573625" y="926975"/>
            <a:ext cx="79002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seurattavatA.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seurattavatA, seurattavat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seurattavatB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seurattavatA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seurattavatB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73615" y="2340910"/>
            <a:ext cx="73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is</a:t>
            </a: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725" y="2390928"/>
            <a:ext cx="3770550" cy="13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624625" y="4050425"/>
            <a:ext cx="550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But we only want to count the mutual follows. That’s why we need the last check.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226900" y="76475"/>
            <a:ext cx="81513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1320"/>
              <a:t>5) Find how many instances of mutual followings exist (where UserA follows UserB and UserB follows UserA). Continuation</a:t>
            </a:r>
            <a:endParaRPr sz="13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6) Find how many posts a specific user has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1249800" y="1756475"/>
            <a:ext cx="4479000" cy="9852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79425" y="1071288"/>
            <a:ext cx="550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kayttajan_id = 10;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9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7) Found how many posts each user has (fields to be displayed: user’s id, user’s name’, total posts)</a:t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117075" y="1495475"/>
            <a:ext cx="8814300" cy="2154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53075" y="116475"/>
            <a:ext cx="85206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8) Find who has the maximum number of posts (this is an extension of query 7).</a:t>
            </a:r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62450" y="2220550"/>
            <a:ext cx="8846100" cy="27591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total_posts_per_user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total_posts2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total_posts2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 sz="105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 sz="1050"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8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 sz="105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total_posts_per_user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);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79600" y="1242450"/>
            <a:ext cx="652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As you can see, the query became more complex. We are using nested selects.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93825"/>
            <a:ext cx="85206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9) For a specific user, </a:t>
            </a:r>
            <a:r>
              <a:rPr lang="el"/>
              <a:t>display their posts</a:t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1472800" y="1404825"/>
            <a:ext cx="48753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nykyinen_postauksenteksti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1472800" y="871550"/>
            <a:ext cx="16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user_id = 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93825"/>
            <a:ext cx="85206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10) For a specific user and one of their posts, find how many comments that post has.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102150" y="1710725"/>
            <a:ext cx="8939700" cy="1569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327550" y="599625"/>
            <a:ext cx="24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user_id = 4, post = 10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93825"/>
            <a:ext cx="85206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11) </a:t>
            </a:r>
            <a:r>
              <a:rPr lang="el"/>
              <a:t>For a specific user and one of their posts, display its comments.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385200" y="1450150"/>
            <a:ext cx="7741800" cy="1862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kommentti_text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6327550" y="724250"/>
            <a:ext cx="24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user_id = 4, post = 10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13) Display posts where they have more than 1 tags</a:t>
            </a: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140400" y="1204475"/>
            <a:ext cx="8863200" cy="1862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nykyinen_postauksenteksti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postauksen_aihetunnisteet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nykyinen_postauksenteksti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18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13) For a specific post, display its tags</a:t>
            </a:r>
            <a:endParaRPr/>
          </a:p>
        </p:txBody>
      </p:sp>
      <p:sp>
        <p:nvSpPr>
          <p:cNvPr id="174" name="Google Shape;174;p29"/>
          <p:cNvSpPr txBox="1"/>
          <p:nvPr/>
        </p:nvSpPr>
        <p:spPr>
          <a:xfrm>
            <a:off x="385225" y="936550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385225" y="1577650"/>
            <a:ext cx="8648100" cy="2154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postauksen_aihetunnisteet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aihetunnisteet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173125"/>
            <a:ext cx="8520600" cy="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14) For a specific post, display which comment has more than 1 tags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135950" y="1740600"/>
            <a:ext cx="8636700" cy="2154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kommentti_text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postauksen_aihetunnisteet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kommentti_text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311700" y="1164313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243725" y="127775"/>
            <a:ext cx="85206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15) For a specific comment from a specific post, display its tags</a:t>
            </a:r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157350" y="1597425"/>
            <a:ext cx="8829300" cy="2154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postauksen_aihetunnisteet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aihetunnisteet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312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289050" y="10871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44, comment_id = 312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16) Display how many likes a specific post has</a:t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407850" y="1699425"/>
            <a:ext cx="6937200" cy="9852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289050" y="10871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17) For a specific post, display who pressed like</a:t>
            </a:r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289050" y="10871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311700" y="1618275"/>
            <a:ext cx="85968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18) For a </a:t>
            </a:r>
            <a:r>
              <a:rPr lang="el"/>
              <a:t>specific</a:t>
            </a:r>
            <a:r>
              <a:rPr lang="el"/>
              <a:t> post, count its mentions</a:t>
            </a:r>
            <a:endParaRPr/>
          </a:p>
        </p:txBody>
      </p:sp>
      <p:sp>
        <p:nvSpPr>
          <p:cNvPr id="209" name="Google Shape;209;p34"/>
          <p:cNvSpPr txBox="1"/>
          <p:nvPr/>
        </p:nvSpPr>
        <p:spPr>
          <a:xfrm>
            <a:off x="449350" y="1768700"/>
            <a:ext cx="5806500" cy="9852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mentions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viittaukset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449350" y="10871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19) </a:t>
            </a:r>
            <a:r>
              <a:rPr lang="el"/>
              <a:t>For a specific post, display who is mentioned</a:t>
            </a:r>
            <a:endParaRPr/>
          </a:p>
        </p:txBody>
      </p:sp>
      <p:sp>
        <p:nvSpPr>
          <p:cNvPr id="216" name="Google Shape;216;p35"/>
          <p:cNvSpPr txBox="1"/>
          <p:nvPr/>
        </p:nvSpPr>
        <p:spPr>
          <a:xfrm>
            <a:off x="311700" y="1786800"/>
            <a:ext cx="8425800" cy="1569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viittaukset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mainittukayttajan_id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449350" y="10871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273450" y="253825"/>
            <a:ext cx="8520600" cy="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20) </a:t>
            </a:r>
            <a:r>
              <a:rPr lang="el"/>
              <a:t>Display how many likes a specific comment from a specific post 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/>
        </p:nvSpPr>
        <p:spPr>
          <a:xfrm>
            <a:off x="273450" y="2055500"/>
            <a:ext cx="8659200" cy="1277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169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411125" y="1297463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44, comment_id = 169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445025"/>
            <a:ext cx="8520600" cy="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21) Display who pressed like in specific comment in a specific post</a:t>
            </a:r>
            <a:endParaRPr/>
          </a:p>
        </p:txBody>
      </p:sp>
      <p:sp>
        <p:nvSpPr>
          <p:cNvPr id="230" name="Google Shape;230;p37"/>
          <p:cNvSpPr txBox="1"/>
          <p:nvPr/>
        </p:nvSpPr>
        <p:spPr>
          <a:xfrm>
            <a:off x="181675" y="2380525"/>
            <a:ext cx="8253900" cy="1569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likes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likes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169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181675" y="1612713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44, comment_id = 169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311700" y="445025"/>
            <a:ext cx="85206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22) For a specific comment from a specific post, display who is mentioned</a:t>
            </a:r>
            <a:endParaRPr/>
          </a:p>
        </p:txBody>
      </p:sp>
      <p:sp>
        <p:nvSpPr>
          <p:cNvPr id="237" name="Google Shape;237;p38"/>
          <p:cNvSpPr txBox="1"/>
          <p:nvPr/>
        </p:nvSpPr>
        <p:spPr>
          <a:xfrm>
            <a:off x="311700" y="1440638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post_id = 44, comment_id = 169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165725" y="1902350"/>
            <a:ext cx="8666700" cy="18624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viittaukset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mainittukayttajan_id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kommentit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postauksen_id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44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viittaukset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kommentti_id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169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23) Display which tags a specific user is following</a:t>
            </a:r>
            <a:endParaRPr/>
          </a:p>
        </p:txBody>
      </p:sp>
      <p:sp>
        <p:nvSpPr>
          <p:cNvPr id="244" name="Google Shape;244;p39"/>
          <p:cNvSpPr txBox="1"/>
          <p:nvPr/>
        </p:nvSpPr>
        <p:spPr>
          <a:xfrm>
            <a:off x="126450" y="1606125"/>
            <a:ext cx="8891100" cy="21549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aihetunniste_nimi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seuratut_kayttajan_hashtagit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aihetunnisteet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seuratut_kayttajan_hashtagit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kayttajat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seuratut_kayttajan_hashtagit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endParaRPr>
              <a:solidFill>
                <a:srgbClr val="AE81F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kayttaja_tunnus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1011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9"/>
          <p:cNvSpPr txBox="1"/>
          <p:nvPr/>
        </p:nvSpPr>
        <p:spPr>
          <a:xfrm>
            <a:off x="244775" y="1081063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user_id = 1011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24) Display how many tags a specific user is following</a:t>
            </a:r>
            <a:endParaRPr/>
          </a:p>
        </p:txBody>
      </p:sp>
      <p:sp>
        <p:nvSpPr>
          <p:cNvPr id="251" name="Google Shape;251;p40"/>
          <p:cNvSpPr txBox="1"/>
          <p:nvPr/>
        </p:nvSpPr>
        <p:spPr>
          <a:xfrm>
            <a:off x="258125" y="1634825"/>
            <a:ext cx="8454600" cy="985200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seuratut_kayttajan_hashtagit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aihetunnisteen_id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total_tags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seuratut_kayttajan_hashtagit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seuratut_kayttajan_hashtagit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kayttajan_id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l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1011</a:t>
            </a:r>
            <a:r>
              <a:rPr lang="el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244775" y="1081063"/>
            <a:ext cx="65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user_id = 1011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ctrTitle"/>
          </p:nvPr>
        </p:nvSpPr>
        <p:spPr>
          <a:xfrm>
            <a:off x="510450" y="274075"/>
            <a:ext cx="8123100" cy="28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920"/>
              <a:t>Conclusion:</a:t>
            </a:r>
            <a:endParaRPr sz="29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920"/>
              <a:t>This database supports both simple and complex queries to retrieve the necessary information. All required tables have been properly created to ensure efficient data management and querying.</a:t>
            </a:r>
            <a:endParaRPr sz="2920"/>
          </a:p>
        </p:txBody>
      </p:sp>
      <p:sp>
        <p:nvSpPr>
          <p:cNvPr id="258" name="Google Shape;258;p41"/>
          <p:cNvSpPr txBox="1"/>
          <p:nvPr>
            <p:ph idx="1" type="subTitle"/>
          </p:nvPr>
        </p:nvSpPr>
        <p:spPr>
          <a:xfrm>
            <a:off x="128025" y="439648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Made by Riku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